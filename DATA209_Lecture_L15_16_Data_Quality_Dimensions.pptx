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L15-16.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L15-16 · MODULE 3 · CO3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dimensions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Data Quality Engineering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4–11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P15-16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completeness, consistency, validity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data from multiple sources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detection, inconsistent encoding, validation rules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P15-16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against the six quality dimensions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answers completeness, validity and uniqueness at a glance. Note that zero nulls does not prove zero missingness — that trap is sprung in L17-18.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against the six quality dimensions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 = pd.DataFrame({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"dtype": df.dtypes.astype(str),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"nulls": df.isna().sum(),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"null_%": (df.isna().mean()*100).round(2),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"unique": df.nunique(),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"zeros_%": (df[num] == 0).mean().mul(100).round(1),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"min": df[num].min(), "max": df[num].max()})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print(prof.head(12).to_string())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print(f"\ntotal explicit nulls: {int(df.isna().sum().sum())}")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print(f"exact duplicate rows: {int(df.duplicated().sum()):,}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f"({df.duplicated().mean()*100:.2f}%)")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dtype  nulls  null_%  un…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   int64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Administrative_Duration  float64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 float64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                  int64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float64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   int64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Informational_Duration   float64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                       str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OperatingSystems           int64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 float64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  int64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 float64      0   0.000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explicit nulls: 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duplicate rows: 125 (1.01%)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removal, and measuring whether it mattered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 is a decision that must be justified. Measure its effect on the headline statistic — if nothing moves, say so in the cleaning log.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removal, and measuring whether it mattered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df.drop_duplicates().reset_index(drop=True)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print(f"before {len(df):,} rows -&gt; after {len(clean):,} rows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f"(removed {len(df)-len(clean):,})")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print(f"conversion rate  before {df[TARGET].mean()*100:.3f}%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f"after {clean[TARGET].mean()*100:.3f}%")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print(f"median session   before {df['ProductRelated'].median(…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f"after {clean['ProductRelated'].median():.1f}")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print("\nNegligible movement -&gt; duplicates were not driving t…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12,330 rows -&gt; after 12,205 rows (removed 12…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 rate  before 15.474%  after 15.633%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session   before 18.0  after 18.0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Negligible movement -&gt; duplicates were not driving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 come from the domain, not the data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rules before you look, then measure the violations. Cross-field rules catch what column-by-column checks cannot.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 come from the domain, not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= {"BounceRates": (0, 1), "ExitRates": (0, 1), "Special…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"PageValues": (0, np.inf), "ProductRelated": (1, np.…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[{"column": c, "rule": f"[{lo}, {hi}]",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"violations": int((~df[c].between(lo, hi)).sum())} f…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print(pd.DataFrame(rows).to_string(index=False))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print("\ncross-field rules")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a, b in [("Administrative", "Administrative_Duration"),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("Informational", "Informational_Duration"),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("ProductRelated", "ProductRelated_Duration")]: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bad = ((df[a] == 0) &amp; (df[b] &gt; 0)).sum()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{b} &gt; 0 while {a} == 0 : {int(bad)}")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column     rule  violations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BounceRates   [0, 1]           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ExitRates   [0, 1]           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SpecialDay   [0, 1]           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PageValues [0, inf]           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[1, inf]          38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cross-field rules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Administrative_Duration &gt; 0 while Administrative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Informational_Duration &gt; 0 while Informational ==…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ProductRelated_Duration &gt; 0 while ProductRelated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encoding — standardise before you count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and case make one category look like three. Every frequency table computed before this step is wrong.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encoding — standardise before you 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dirty = pd.Series([" Returning_Visitor", "returning_visitor",…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"New_Visitor", "new_visitor 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print("apparent levels:", dirty.nunique())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print(dirty.value_counts().to_string())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= dirty.str.strip().str.lower()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print("\nafter strip + case-fold:", fixed.nunique(), "real le…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print(fixed.value_counts().to_string())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print("\nrare-level grouping, threshold = 1% of rows:")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= df["TrafficType"].astype(str).value_counts(normalize=…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rare = share[share &lt; 0.01].index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{df['TrafficType'].nunique()} levels -&gt;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f"{df['TrafficType'].nunique() - len(rare) + 1} after g…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apparent levels: 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Returning_Visitor   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returning_visitor    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Returning_Visitor    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New_Visitor          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new_visitor          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strip + case-fold: 2 real levels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returning_visitor    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new_visitor          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rare-level grouping, threshold = 1% of rows: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levels -&gt; 12 after grouping 9 rare into 'Other'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two sources without comparing row 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two sources without comparing row counts before and after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categories before standardising 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categories before standardising case and whitespace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validation rules from the data 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validation rules from the data instead of from the domain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without recording what was change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without recording what was changed and why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key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duplicate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value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L15-16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merge, join and concatenate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 — Data Cleaning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Data 100 — data cleaning notes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https://pandas.pydata.org/docs/user_guide/merging.html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https://www.kaggle.com/learn/data-cleaning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https://ds100.org/course-notes/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DATA209_Module_3_Data_Quality_Engineering.pptx, pages 4–11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P15-16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L15-16 Data quality dimensions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L15-16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join turns 10,000 rows into 41,000. What is the most likely cause?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cross-field validity rule for an e-commerce session table.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standardisation precede a frequency table?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quality dimension does a stale exchange-rate column violate?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3 — L15-16 Data quality dimensions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