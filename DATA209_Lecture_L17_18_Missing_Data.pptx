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L17-18.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L17-18 · MODULE 3 · CO3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Data Quality Engineering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12–21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P17-18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MCAR, MAR, MNAR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 including disguised missingness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Imputation: mean/median, KNN, regression-based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P17-18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Disguised missingness — the zeros isna() cannot see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Pima dataset reports no nulls, yet half its insulin readings are absent. Sentinel values defeat every automatic null check.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Disguised missingness — the zeros isna() cannot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pima = pd.read_csv(PIMA)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 = ["Glucose", "BloodPressure", "SkinThickness", "Insulin",…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print("pandas reports nulls:", int(pima.isna().sum().sum()))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print("\nvalues recorded as zero — physiologically impossible…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print(pd.DataFrame({"zeros": (pima[zc] == 0).sum(),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"zeros_%": (pima[zc] == 0).mean().mul(100…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pima.copy(); p[zc] = p[zc].replace(0, np.nan)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print("\ntrue missingness after replacing sentinels (%):")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print(p[zc].isna().mean().mul(100).round(1).to_string())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reports nulls: 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recorded as zero — physiologically impossibl…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zeros  zeros_%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           5    0.700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BloodPressure     35    4.600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SkinThickness    227   29.600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Insulin          374   48.700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BMI               11    1.400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missingness after replacing sentinels (%):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         0.700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BloodPressure    4.600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SkinThickness   29.600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Insulin         48.700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BMI              1.400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MCAR, MAR, MNAR — diagnosed with an indicator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values yourself and you keep the truth, so the mechanism can be demonstrated rather than asserted. Correlating a missingness indicator with observed columns argues for or against MCAR.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MCAR, MAR, MNAR — diagnosed with an indicator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np.random.RandomState(RANDOM_STATE)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 = w["ProductRelated_Duration"].copy()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mcar = rng.rand(len(w)) &lt; 0.15                       # unrela…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w.loc[mcar, "ProductRelated_Duration"] = np.nan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= rng.rand(len(w)) &lt; np.where(w["ProductRelated"] &lt;= 3, 0…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w.loc[mar, "BounceRates"] = np.nan                   # depend…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["ProductRelated_Duration", "BounceRates"]: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w[c + "_miss"] = w[c].isna().astype(int)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 = ["ProductRelated", "Administrative", "ExitRates"]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print(pd.DataFrame({c: w[probe].corrwith(w[c + "_miss"])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c in ["ProductRelated_Duration", "Bou…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print("\nColumn 1: no relationship -&gt; consistent with MCAR.")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print("Column 2: correlates with ProductRelated -&gt; MAR, and 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ProductRelated_Duration  BounceRates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       -0.012       -0.096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       -0.002       -0.068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        0.002        0.247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1: no relationship -&gt; consistent with MCAR.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2: correlates with ProductRelated -&gt; MAR, an…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A6752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imputation strategies against known truth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deleted values were kept, imputation error is measurable. Mean and median fill collapse the variance; methods that use the other columns do not.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imputation strategies against known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sklearn.experimental import enable_iterative_imputer   #…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SimpleImputer, KNNImputer, Iterati…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np.random.RandomState(RANDOM_STATE)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df.copy(); truth = w["ProductRelated_Duration"].copy()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rng.rand(len(w)) &lt; 0.15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w.loc[mask, "ProductRelated_Duration"] = np.nan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= w[["ProductRelated_Duration", "Administrative", "Info…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"ProductRelated", "ExitRates"]]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imp in [("mean", SimpleImputer(strategy="mean")),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("median", SimpleImputer(strategy="median")…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("KNN k=5", KNNImputer(n_neighbors=5)),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("iterative (regression)", IterativeImputer…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random_state=…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filled = pd.DataFrame(imp.fit_transform(block), columns=b…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rows.append({"strategy": name, "std": filled.std(),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"MAE vs truth": np.abs(filled.values[mask] -…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pd.DataFrame(rows).set_index("strategy")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res.loc["TRUE VALUES"] = [truth.std(), 0.0]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res["std vs truth %"] = ((res["std"] - truth.std()) / truth.s…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print(res.round(2).to_string())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F7EE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std  MAE vs truth  std…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                                  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                  1,809.980     1,060.370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                1,822.970       935.090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k=5                1,891.640       518.350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iterative (regression) 1,897.100       471.110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VALUES            1,913.670         0.000    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isna() to find all missing values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isna() to find all missing values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before the train/test split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before the train/test split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imputation without measuring 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imputation without measuring the change in variance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F7EE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strategy without stating the 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strategy without stating the assumed mechanism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missingness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value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indicator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Little's test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67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L17-18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working with missing data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imputation of missing values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https://pandas.pydata.org/docs/user_guide/missing_data.html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https://scikit-learn.org/stable/modules/impute.html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http://www.feat.engineering/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DATA209_Module_3_Data_Quality_Engineering.pptx, pages 12–21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P17-18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3 — L17-18 Missing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5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L17-18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missing more often for high earners. Which mechanism, and what follows?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mean imputation shrink the standard deviation?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pieces of evidence that argue against MCAR.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imputer be fitted after the split rather than before?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3 — L17-18 Missing data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