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L9-10. Every code result on these slides was produced by running the code, not typed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3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4 of 4.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L9-10 · MODULE 2 · CO2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relationships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Core Advanced EDA — with worked examples on the Online Shoppers dataset (12,330 sessions × 18 columns).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pages 11–20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P9-10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worked, all executed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LECTURE COVERS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and covariance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Scatterplots and what they hide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between categorical variables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also 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code on real data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and common errors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readings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questions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session P9-10 puts these into practice.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L9-10 Bivariate relationships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Covariance carries units; correlation does not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changes when you change units, which makes its magnitude uninterpretable. Correlation is covariance standardised, and that is why it is the one you report.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L9-10 Bivariate relationships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Covariance carries units; correlation does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 = df["ProductRelated"], df["ProductRelated_Duration"]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print(f"covariance (as recorded)      : {np.cov(a, b)[0,1]:,.…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print(f"covariance (duration in hours): {np.cov(a, b/3600)[0,…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print(f"correlation (as recorded)     : {a.corr(b):.4f}")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print(f"correlation (duration in hours): {a.corr(b/3600):.4f}…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print("\nThe covariance moved by a factor of 3,600. The relat…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covariance (as recorded)      : 73,274.7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covariance (duration in hours): 20.4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correlation (as recorded)     : 0.8609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correlation (duration in hours): 0.8609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covariance moved by a factor of 3,600. The rela…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L9-10 Bivariate relationships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Pearson vs. Spearman — a cheap non-linearity test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measures straight-line association; Spearman works on ranks. A large gap between them says the relationship is real but not linear.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L9-10 Bivariate relationships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Pearson vs. Spearman — a cheap non-linearity test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df[num + [TARGET]].copy(); d[TARGET] = d[TARGET].astype(i…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cmp = pd.DataFrame({"pearson": d.corr()[TARGET].drop(TARGET),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"spearman": d.corr(method="spearman")[TAR…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cmp["gap"] = (cmp["spearman"] - cmp["pearson"]).abs()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print(cmp.reindex(cmp["gap"].sort_values(ascending=False).ind…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print("\nLargest gaps = monotonic but non-linear. Those are t…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pearson  spearman   gap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PageValues                 0.493     0.626 0.134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Administrative_Duration    0.094     0.164 0.070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ProductRelated_Duration    0.152     0.217 0.064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ExitRates                 -0.207    -0.254 0.047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Informational_Duration     0.070     0.112 0.042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             0.159     0.199 0.040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             0.139     0.168 0.029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Informational              0.095     0.114 0.019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OperatingSystems          -0.015    -0.027 0.013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                   0.024     0.016 0.008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SpecialDay                -0.082    -0.087 0.005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TrafficType               -0.005    -0.001 0.004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                   -0.012    -0.015 0.003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BounceRates               -0.151    -0.149 0.002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Largest gaps = monotonic but non-linear. Those are 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L9-10 Bivariate relationships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correlation matrix, and what to plot next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pairs, then plot the top few. Plotting every pair blindly wastes time and hides the finding among the noise.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L9-10 Bivariate relationships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correlation matrix, and what to plot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 = df[num].corr()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pairs = (corr.where(np.triu(np.ones(corr.shape), k=1).astype(…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.stack().rename("r").reset_index())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pairs.columns = ["var_1", "var_2", "r"]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print("most correlated predictor pairs")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print(pairs.reindex(pairs["r"].abs().sort_values(ascending=Fa…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.head(5).round(3).to_string(index=False))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plt.subplots(figsize=(6.2, 4.4))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sns.heatmap(corr, mask=np.triu(np.ones_like(corr, dtype=bool)…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center=0, vmin=-1, vmax=1, annot=True, fmt=".2f",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annot_kws={"size": 6}, cbar_kws={"shrink": .7}, a…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correlated predictor pairs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var_1                   var_2     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BounceRates               ExitRates 0.913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 ProductRelated_Duration 0.861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Informational  Informational_Duration 0.619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 Administrative_Duration 0.602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          ProductRelated 0.431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L9-10 Bivariate relationships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3 · FIGURE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correlation matrix, and what to plot next</a:t>
            </a:r>
            <a:endParaRPr lang="en-US" sz="3000" dirty="0"/>
          </a:p>
        </p:txBody>
      </p:sp>
      <p:pic>
        <p:nvPicPr>
          <p:cNvPr id="4" name="Image 0" descr="/home/claude/manual/figs/L9_10_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1783080"/>
            <a:ext cx="9930384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48640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the code on the previous slide.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L9-10 Bivariate relationships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4EF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1F6F6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relationships: percentages, not counts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counts compare groups of different sizes and mislead. Row percentages answer the question; chi-square says whether an association exists and Cramer's V how strong.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L9-10 Bivariate relationships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relationships: percentages, not counts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chi2_contingency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= pd.crosstab(df["VisitorType"], df[TARGET])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 = pd.crosstab(df["VisitorType"], df[TARGET], normalize="i…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print("counts\n" + tab.to_string())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print("\nrow percentages\n" + pct.round(2).to_string())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["VisitorType", "Weekend", "Month"]: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pd.crosstab(df[c], df[TARGET])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chi2, p, _, _ = chi2_contingency(t)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np.sqrt(chi2 / (t.values.sum() * (min(t.shape) - 1)))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print(f"{c:14} chi2={chi2:9.1f}  p={p:.3g}  Cramers V={v:…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print("\nWith 12,330 rows nearly everything is 'significant'.…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4EF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           False  True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VisitorType                   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New_Visitor         1272    422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                69     16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Returning_Visitor   9081   1470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percentages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           False  True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VisitorType                   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New_Visitor       75.090 24.910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            81.180 18.820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Returning_Visitor 86.070 13.930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VisitorType    chi2=    135.3  p=4.27e-30  Cramers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Weekend        chi2=     10.4  p=0.00127  Cramers V…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         chi2=    384.9  p=2.24e-77  Cramers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12,330 rows nearly everything is 'significant'…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L9-10 Bivariate relationships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 AND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Pearson correlation on a nominal 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Pearson correlation on a nominal or ordinal column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 correlation without plotting 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 correlation without plotting the pair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raw counts across groups of very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raw counts across groups of very different sizes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4EFEC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4E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 small p-value on 12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 small p-value on 12,000 rows as evidence of a large effect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L9-10 Bivariate relationships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from this lecture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619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correlation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Kendall tau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Cramér's V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Heteroscedasticity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Cross-tabulation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define each of these without notes.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L9-10 Bivariate relationships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Readings for L9-10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clustering and metrics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— relational and categorical plots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et al. — Introduction to Statistical Learning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https://scikit-learn.org/stable/modules/clustering.html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https://seaborn.pydata.org/tutorial.html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https://www.statlearning.com/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course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DATA209_Module_2_Core_Advanced_EDA.pptx, pages 11–20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Laboratory: P9-10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PDF and Word document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notes booklet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2 — L9-10 Bivariate relationships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4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L9-10 — test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0.15 and Spearman ρ = 0.61 for the same pair. What does that tell you?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covariance rarely reported directly?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categories show conversion rates of 50% and 10%. What must you also report?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'sales correlate with advertising' as a falsifiable hypothesis.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2 — L9-10 Bivariate relationships</dc:title>
  <dc:subject>Advanced Exploratory Data Analysis</dc:subject>
  <dc:creator>Dr. Shital Bhatt</dc:creator>
  <cp:lastModifiedBy>Dr. Shital Bhatt</cp:lastModifiedBy>
  <cp:revision>1</cp:revision>
  <dcterms:created xsi:type="dcterms:W3CDTF">2026-07-30T10:03:29Z</dcterms:created>
  <dcterms:modified xsi:type="dcterms:W3CDTF">2026-07-30T10:03:29Z</dcterms:modified>
</cp:coreProperties>
</file>