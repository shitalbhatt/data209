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L21-22. Every code result on these slides was produced by running the code, not typed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3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4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L21-22 · MODULE 3 · CO3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9747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strategies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8101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· Data Quality Engineering — with worked examples on the Online Shoppers dataset (12,330 sessions × 18 columns).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74136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4136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pages 31–37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81344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1344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P21-22 (Assignment 2)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88552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88552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worked, all executed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Advanced Exploratory Data Analysis · BTech Hons. (Data Science), Semester III · Vidyashilp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LECTURE COVERS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One-hot, label and target encoding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imbalanced and multi-class encoding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variables and the dummy variable trap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also 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code on real data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and common errors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readings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questions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session P21-22 (Assignment 2) puts these into practice.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L21-22 Encoding strategies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encoding invents an order that is not there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unordered categories to 1, 2, 3 tells the model that category 3 is 'more' than 1 and equidistant from 2. Neither claim is true.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L21-22 Encoding strategies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encoding invents an order that is not there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LabelEncoder, OneHotEncoder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vt = df["VisitorType"]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= LabelEncoder().fit(vt)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print("label encoding:", dict(zip(le.classes_, le.transform(l…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print("-&gt; implies Returning_Visitor(2) - Other(1) == Other(1)…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oh = OneHotEncoder(sparse_output=False, drop=None).fit(vt.to_…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print("\none-hot columns:", list(oh.get_feature_names_out(["V…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 = pd.DataFrame(oh.transform(vt.to_frame()), columns=oh.ge…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print("row sums are all 1:", bool((enc.sum(axis=1) == 1).all(…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encoding: {'New_Visitor': np.int64(0), 'Other…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implies Returning_Visitor(2) - Other(1) == Other…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one-hot columns: ['VisitorType_New_Visitor', 'Visit…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sums are all 1: True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L21-22 Encoding strategies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dummy variable trap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one-hot columns are perfectly collinear: any one equals one minus the sum of the others. Dropping a reference level restores full rank.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L21-22 Encoding strategies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dummy variable trap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OneHotEncoder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vt = df[["VisitorType"]]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= OneHotEncoder(sparse_output=False).fit_transform(vt)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= OneHotEncoder(sparse_output=False, drop="first").fit_t…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print(f"all levels kept : {full.shape[1]} columns, matrix ran…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print(f"reference dropped: {drop.shape[1]} columns, matrix ra…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print("\nRank below column count = perfect collinearity: a li…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print("Trees and regularised models cope, but the redundancy 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levels kept : 3 columns, matrix rank 3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dropped: 2 columns, matrix rank 2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below column count = perfect collinearity: a l…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Trees and regularised models cope, but the redundan…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L21-22 Encoding strategies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encoding leaks unless it is fitted inside the split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a level with its mean target uses the answer to build the feature. Computed on all rows, every row sees its own outcome.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L21-22 Encoding strategies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encoding leaks unless it is fitted inside the split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roc_auc_score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df[TARGET].astype(int)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high-cardinality key — the situation where target encodin…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= (df["TrafficType"].astype(str) + "_" + df["Browser"].as…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+ df["Region"].astype(str) + "_" + df["OperatingSystem…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sizes = key.value_counts()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print(f"levels: {key.nunique():,} | median rows per level: {s…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f"| levels with a single row: {(sizes == 1).sum():,}")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tr, te = train_test_split(np.arange(len(df)), test_size=.3, s…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leaky = key.map(y.groupby(key).mean())                    # f…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safe_map = y.iloc[tr].groupby(key.iloc[tr]).mean()        # f…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 = key.map(safe_map).fillna(y.iloc[tr].mean())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print(f"\nleaky encoding  — AUC on held-out rows: {roc_auc_sc…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print(f"honest encoding — AUC on held-out rows: {roc_auc_scor…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print("\nThe leaky figure is inflated because each test row h…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print("level mean. On rare levels the feature is essentially 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levels: 955 | median rows per level: 2 | levels wit…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leaky encoding  — AUC on held-out rows: 0.7252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 encoding — AUC on held-out rows: 0.5819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leaky figure is inflated because each test row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mean. On rare levels the feature is essential…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L21-22 Encoding strategies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Imbalanced classes — the metric, not the encoding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does not change how you encode; it changes what counts as a good score. State the base rate and choose the metric accordingly.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L21-22 Encoding strategies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Imbalanced classes — the metric, not the encoding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df[TARGET].astype(int)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y.mean()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print(f"positive class: {base*100:.2f}%  |  negative class: {…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print(f"accuracy of a model that always predicts 'no purchase…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print("\nreport instead: precision, recall, F1, PR-AUC (avera…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print("split with stratify=y so both sides keep the same base…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 = train_test_split(y, test_size=.2, stratify=y, random_s…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print(f"stratified split -&gt; train {a.mean()*100:.2f}% positiv…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 class: 15.47%  |  negative class: 84.53%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of a model that always predicts 'no purcha…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instead: precision, recall, F1, PR-AUC (aver…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 with stratify=y so both sides keep the same b…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stratified split -&gt; train 15.47% positive, test 15.…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L21-22 Encoding strategies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MARKING AND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to avoid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Label-encoding a nominal variable for a li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Label-encoding a nominal variable for a linear model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without dropping a refere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without dropping a reference level in a linear model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target encoding on the full data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target encoding on the full dataset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before the train/test split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before the train/test split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L21-22 Encoding strategies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from this lecture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66190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variable trap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level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cardinality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handle_unknown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be able to define each of these without notes.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L21-22 Encoding strategies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 READ MORE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Readings for L21-22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preprocessing and encoding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common pitfalls and data leakage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Kuhn &amp; Johnson — Feature Engineering and Selection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0352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0352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9" name="Text 7"/>
          <p:cNvSpPr/>
          <p:nvPr/>
        </p:nvSpPr>
        <p:spPr>
          <a:xfrm>
            <a:off x="4340352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https://scikit-learn.org/stable/modules/preprocessing.html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https://scikit-learn.org/stable/common_pitfalls.html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http://www.feat.engineering/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13776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course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3776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8113776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DATA209_Module_3_Data_Quality_Engineering.pptx, pages 31–37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Laboratory: P21-22 (Assignment 2)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notes PDF and Word document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notes booklet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L21-22 Encoding strategies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7A5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L21-22 — test yourself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now be able to: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one-hot on k levels break an unpenalised linear model?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correct way to compute target encoding.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263640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categorical column has 4,000 levels. Give two viable strategies.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resampling before the split a form of leakage?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Vidyashilp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DATA209 Module 3 — L21-22 Encoding strategies</dc:title>
  <dc:subject>Advanced Exploratory Data Analysis</dc:subject>
  <dc:creator>Dr. Shital Bhatt</dc:creator>
  <cp:lastModifiedBy>Dr. Shital Bhatt</cp:lastModifiedBy>
  <cp:revision>1</cp:revision>
  <dcterms:created xsi:type="dcterms:W3CDTF">2026-07-30T10:03:29Z</dcterms:created>
  <dcterms:modified xsi:type="dcterms:W3CDTF">2026-07-30T10:03:29Z</dcterms:modified>
</cp:coreProperties>
</file>