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L27-28.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L27-28 · MODULE 4 · CO4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Feature Engineering &amp; Structure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21–28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P27-28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interpretation focused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— the classification view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and UMAP for visualisation only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components; multicollinearity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P27-28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standardise first, then read the variance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maximises variance, so without standardising, the column with the largest range takes the first component by itself. The scree profile is the finding.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standardise first, then read the variance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["Administrative","Administrative_Duration","Informati…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"ProductRelated","ProductRelated_Duration","BounceRat…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PCA(random_state=RANDOM_STATE).fit(Xs)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evr = pca.explained_variance_ratio_ *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print(pd.DataFrame({"component": [f"PC{i+1}" for i in range(l…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"eigenvalue": pca.explained_variance_,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"variance_%": evr, "cumulative_%": evr.cu…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.set_index("component").round(2).to_string())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tgt in (80, 90, 95):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print(f"components for {tgt}% of variance: {int(np.argmax…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print("eigenvalue &gt; 1 (Kaiser):", int((pca.explained_variance…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eigenvalue  variance_%  cumulative_%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                     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            3.390      37.650        37.650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PC2             1.670      18.530        56.180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PC3             1.030      11.400        67.580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PC4             1.000      11.150        78.730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PC5             0.940      10.440        89.170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PC6             0.420       4.690        93.860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PC7             0.350       3.910        97.770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PC8             0.120       1.370        99.130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PC9             0.080       0.870       100.000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for 80% of variance: 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for 90% of variance: 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for 95% of variance: 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eigenvalue &gt; 1 (Kaiser): 4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components through their loadings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you cannot name should not appear in a report. The loadings say which original variables define each axis, and the signs say what it contrasts.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components through their loadings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["Administrative","Administrative_Duration","Informati…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"ProductRelated","ProductRelated_Duration","BounceRat…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PCA(random_state=RANDOM_STATE).fit(Xs)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= pd.DataFrame(pca.components_[:3].T, columns=["PC1","PC…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print(load.round(3).to_string())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print("\ndominant variables per component")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pc in load.columns: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load[pc].abs().sort_values(ascending=False).head(3)…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{pc}: " + ", ".join(f"{n} ({load.loc[n, pc]:+.2…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plt.subplots(figsize=(5.8, 3.0))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sns.heatmap(load, annot=True, fmt=".2f", center=0, cmap="PuOr…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annot_kws={"size": 7}, cbar_kws={"shrink": .8}, 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PC1    PC2    PC3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0.383  0.053 -0.138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0.330  0.109 -0.189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0.349  0.281 -0.368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0.297  0.304 -0.416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0.414  0.140  0.520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0.416  0.183  0.481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-0.278  0.618  0.026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-0.324  0.587  0.023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0.093 -0.184 -0.365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dominant variables per component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PC1: ProductRelated_Duration (+0.42), ProductRela…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PC2: BounceRates (+0.62), ExitRates (+0.59), Info…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PC3: ProductRelated (+0.52), ProductRelated_Durat…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components through their loadings</a:t>
            </a:r>
            <a:endParaRPr lang="en-US" sz="3000" dirty="0"/>
          </a:p>
        </p:txBody>
      </p:sp>
      <p:pic>
        <p:nvPicPr>
          <p:cNvPr id="4" name="Image 0" descr="/home/claude/manual/figs/L27_28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removes multicollinearity by construction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orthogonal, so VIF falls to 1. That is the benefit; the cost is that you no longer know which original measurement was redundant.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removes multicollinearity by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vif(mat, names):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np.corrcoef(mat, rowvar=False)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pd.Series(np.diag(np.linalg.pinv(c)), index=names,…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["Administrative","Administrative_Duration","Informati…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"ProductRelated","ProductRelated_Duration","BounceRat…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vif(Xs, cols)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PCA(n_components=4, random_state=RANDOM_STATE).fit_transf…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= vif(P, [f"PC{i+1}" for i in range(4)])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print("VIF before PCA\n" + before.round(2).sort_values(ascend…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print("\nVIF after PCA (4 components)\n" + after.round(4).to_…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print("\nIf the deliverable is 'which measurements should we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print("use VIF and feature selection instead — PCA cannot ans…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 before PCA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6.900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6.330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4.380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 4.320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1.940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 1.830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 1.690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 1.680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1.040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 after PCA (4 components)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   1.000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PC2   1.000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PC3   1.000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PC4   1.000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deliverable is 'which measurements should we…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VIF and feature selection instead — PCA cannot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 is supervised; t-SNE is for looking only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maximises class separation and is capped at k-1 components. t-SNE preserves local neighbourhoods for visualisation and must never be used as model input.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 is supervised; t-SNE is for looking 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sklearn.discriminant_analysis import LinearDiscriminantA…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["ProductRelated","ProductRelated_Duration","BounceRat…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 = LinearDiscriminantAnalysis().fit(Xs, 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print("classes:", lda.classes_, "-&gt; max components = k-1 =",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print("explained variance ratio:", np.round(lda.explained_var…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print("\ncoefficients (which variables separate the classes)")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print(pd.Series(lda.coef_.ravel(), index=cols).sort_values(ke…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.round(3).to_string())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print("\nt-SNE/UMAP caution: cluster sizes and between-cluste…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print("and the layout changes with the seed and the perplexit…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classes: [0 1] -&gt; max components = k-1 =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explained variance ratio: [1.]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 (which variables separate the classes)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 1.766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-0.658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 0.320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  0.213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 0.191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t-SNE/UMAP caution: cluster sizes and between-clust…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layout changes with the seed and the perple…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PCA on unstandardised features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PCA on unstandardised features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PCA to one-hot encoded categorica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PCA to one-hot encoded categorical columns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cluster sizes or distances off a 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cluster sizes or distances off a t-SNE plot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PCA on the full dataset before cro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PCA on the full dataset before cross-validation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ratio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rule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L27-28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decomposition and PCA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CS229 — lecture notes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et al. — Introduction to Statistical Learning, Ch. 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https://scikit-learn.org/stable/modules/decomposition.html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https://cs229.stanford.edu/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https://www.statlearning.com/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DATA209_Module_4_Feature_Engineering_and_Structure.pptx, pages 21–28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P27-28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L27-28 Dimensionality reduction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L27-28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features be standardised before PCA?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explains 12% of variance. What does that tell you about the data?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t-SNE unsuitable as a preprocessing step for a classifier?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turn a loading vector into something a domain expert can use?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4 — L27-28 Dimensionality reduction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