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L23-24.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L23-24 · MODULE 4 · CO4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and scaling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Feature Engineering &amp; Structure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3–11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P23-24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transform, Box–Cox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Standardisation, MinMax, robust scaling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transformation on the distribution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P23-24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L23-24 Transformation and scaling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transform — and always re-measure afterwards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 is a hypothesis about shape. Apply it, then measure the skew again; one that does not reduce skew has not helped.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L23-24 Transformation and scaling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transform — and always re-measure afterwards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PowerTransformer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df["ProductRelated_Duration"]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yj = PowerTransformer(method="yeo-johnson")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variants = {"original": s, "log1p": np.log1p(s), "sqrt": np.s…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"yeo-johnson": pd.Series(yj.fit_transform(s.to_fr…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= pd.DataFrame({"skew": {k: v.skew() for k, v in variants…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"kurtosis": {k: v.kurtosis() for k, v in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tab["|skew| reduction %"] = ((abs(tab.loc["original","skew"])…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/ abs(tab.loc["original","skew"]…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print(tab.round(3).to_string())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plt.subplots(1, 4, figsize=(11.6, 2.3))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a, (k, v) in zip(ax, variants.items()):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sns.histplot(v, bins=50, ax=a, color="#6B4C7A"); a.set_ti…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a.set_xlabel(""); a.set_ylabel("")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skew  kurtosis  |skew| reduction 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    7.263   137.174               0.000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log1p       -1.421     2.099              80.400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         1.394     4.301              80.800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yeo-johnson -0.036     0.126              99.500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L23-24 Transformation and scaling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transform — and always re-measure afterwards</a:t>
            </a:r>
            <a:endParaRPr lang="en-US" sz="3000" dirty="0"/>
          </a:p>
        </p:txBody>
      </p:sp>
      <p:pic>
        <p:nvPicPr>
          <p:cNvPr id="4" name="Image 0" descr="/home/claude/manual/figs/L23_24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L23-24 Transformation and scaling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changes location and spread — never shape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routinely expect a scaler to fix skew. It cannot: scaling is a linear operation and skewness is invariant to it.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L23-24 Transformation and scaling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changes location and spread — never shape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StandardScaler, MinMaxScale…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["ProductRelated_Duration", "PageValues", "ExitRates"]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[{"scaler": "none", "mean": df[cols].values.mean(), "s…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"min": df[cols].values.min(), "max": df[cols].values…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"skew(PRD)": df["ProductRelated_Duration"].skew()}]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sc in [("StandardScaler", StandardScaler()), ("MinM…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("RobustScaler", RobustScaler())]: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pd.DataFrame(sc.fit_transform(df[cols]), columns=co…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rows.append({"scaler": name, "mean": out.values.mean(), "…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"min": out.values.min(), "max": out.values.m…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"skew(PRD)": out["ProductRelated_Duration"].…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print(pd.DataFrame(rows).set_index("scaler").round(3).to_stri…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print("\nLast column is identical everywhere. Transform first…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mean       std    min        max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                                    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          400.226 1,239.501  0.000 63,973.522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  -0.000     1.000 -0.886     32.807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     0.083     0.172  0.000      1.000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RobustScaler     2.285    11.080 -0.704    361.764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column is identical everywhere. Transform firs…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L23-24 Transformation and scaling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extreme value is enough to ruin MinMaxScaler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divides by the range, so a single far point compresses every ordinary value toward zero. RobustScaler uses the median and IQR and barely moves.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L23-24 Transformation and scaling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extreme value is enough to ruin MinMaxScaler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MinMaxScaler, RobustScaler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df[["ProductRelated_Duration"]].copy()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spiked = clean.copy(); spiked.iloc[0, 0] = clean.iloc[:, 0].m…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label, frame in [("clean", clean), ("one extreme value ad…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mm = MinMaxScaler().fit_transform(frame).ravel()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rb = RobustScaler().fit_transform(frame).ravel()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print(f"{label:26} MinMax median {np.median(mm):.5f} | 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f"IQR {np.percentile(mm,75)-np.percentile(mm,25):.5…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print(f"{'':26} Robust median {np.median(rb):.5f} | 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f"IQR {np.percentile(rb,75)-np.percentile(rb,25):.5…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                     MinMax median 0.00936 |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Robust median 0.00000 |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extreme value added    MinMax median 0.00037 |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Robust median 0.00000 | 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L23-24 Transformation and scaling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 skewed variable and expecting th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 skewed variable and expecting the skew to change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MinMaxScaler on data with extreme va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MinMaxScaler on data with extreme values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Box–Cox to a column containing ze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Box–Cox to a column containing zeros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re-measuring skew after transforming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re-measuring skew after transforming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L23-24 Transformation and scaling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Box–Cox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Yeo–Johnson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stabilisation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MaxAbsScaler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invariance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L23-24 Transformation and scaling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L23-24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comparing the effect of different scalers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preprocessing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 &amp; Johnson — Feature Engineering and Selection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https://scikit-learn.org/stable/auto_examples/preprocessing/plot_all_scaling.html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https://scikit-learn.org/stable/modules/preprocessing.html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http://www.feat.engineering/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DATA209_Module_4_Feature_Engineering_and_Structure.pptx, pages 3–11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P23-24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L23-24 Transformation and scaling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E3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L23-24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has skew 2.3 and contains zeros. Which transform, and why not Box–Cox?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scaling leave skewness unchanged?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random forest and k-NN needs scaled input, and why?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correct order of impute, scale, transform and split.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4 — L23-24 Transformation and scaling</dc:title>
  <dc:subject>Advanced Exploratory Data Analysis</dc:subject>
  <dc:creator>Dr. Shital Bhatt</dc:creator>
  <cp:lastModifiedBy>Dr. Shital Bhatt</cp:lastModifiedBy>
  <cp:revision>1</cp:revision>
  <dcterms:created xsi:type="dcterms:W3CDTF">2026-07-30T10:03:29Z</dcterms:created>
  <dcterms:modified xsi:type="dcterms:W3CDTF">2026-07-30T10:03:29Z</dcterms:modified>
</cp:coreProperties>
</file>