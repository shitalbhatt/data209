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L13-14. Every code result on these slides was produced by running the code, not typed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3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4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L13-14 · MODULE 2 · CO2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9747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storytelling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8101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Core Advanced EDA — with worked examples on the Online Shoppers dataset (12,330 sessions × 18 columns).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4136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136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pages 30–36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81344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1344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P13-14 (Assignment 1)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88552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88552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worked, all executed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Advanced Exploratory Data Analysis · BTech Hons. (Data Science), Semester III · Vidyashilp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LECTURE COVERS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of graphics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vs. misleading plots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Visualising non-numeric data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logic and storytelling with 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also 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code on real data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and common errors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readings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questions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session P13-14 (Assignment 1) puts these into practice.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L13-14 Visual storytelling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 of graphics: one dataset, layered choices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plot is data + aesthetics + geometry + scale. Changing only the geometry, with the same data and mapping, answers a different question.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L13-14 Visual storytelling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 of graphics: one dataset, layered choices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plt.subplots(1, 3, figsize=(11.4, 2.5))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sns.scatterplot(data=df.sample(2000, random_state=RANDOM_STAT…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x="ProductRelated", y="ExitRates", hue=TARGET…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ax[0].set_title("geometry = point")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sns.boxplot(data=df, x=TARGET, y="ExitRates", ax=ax[1], showf…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ax[1].set_title("geometry = box")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sns.kdeplot(data=df, x="ExitRates", hue=TARGET, fill=True, co…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ax[2].set_title("geometry = density")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print("Same variables, three geometries, three different ques…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variables, three geometries, three different q…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L13-14 Visual storytelling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1 · FIGURE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 of graphics: one dataset, layered choices</a:t>
            </a:r>
            <a:endParaRPr lang="en-US" sz="3000" dirty="0"/>
          </a:p>
        </p:txBody>
      </p:sp>
      <p:pic>
        <p:nvPicPr>
          <p:cNvPr id="4" name="Image 0" descr="/home/claude/manual/figs/L13_14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the code on the previous slide.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L13-14 Visual storytelling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truncated axis — the commonest way a plot lies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 chart that does not start at zero exaggerates small differences. Both panels below are drawn from identical numbers.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L13-14 Visual storytelling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truncated axis — the commonest way a plot lies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= df.groupby("VisitorType")[TARGET].mean() * 100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plt.subplots(1, 2, figsize=(9, 2.7))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rate.plot(kind="bar", ax=ax[0], color="#B5432E")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ax[0].set_ylim(rate.min() - 0.4, rate.max() + 0.4)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ax[0].set_title("Truncated axis — looks dramatic"); ax[0].set…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rate.plot(kind="bar", ax=ax[1], color="#1F6F6B")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ax[1].set_ylim(0, 100); ax[1].set_title("Zero baseline — hone…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print(rate.round(2).to_string())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print("\nAsk of your own plots: could a reader reach the oppo…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VisitorType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New_Visitor         24.910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               18.820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Returning_Visitor   13.930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of your own plots: could a reader reach the opp…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L13-14 Visual storytelling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2 · FIGURE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truncated axis — the commonest way a plot lies</a:t>
            </a:r>
            <a:endParaRPr lang="en-US" sz="3000" dirty="0"/>
          </a:p>
        </p:txBody>
      </p:sp>
      <p:pic>
        <p:nvPicPr>
          <p:cNvPr id="4" name="Image 0" descr="/home/claude/manual/figs/L13_14_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the code on the previous slide.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L13-14 Visual storytelling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Visualising non-numeric data with high cardinality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20 categories produces an unreadable chart. Show the top levels and aggregate the rest into an explicitly labelled 'Other'.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L13-14 Visual storytelling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Visualising non-numeric data with high cardinality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 = df["TrafficType"].astype(str).value_counts(normalize=Tru…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= vc.head(6)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 = pd.Series({"Other (%d levels)" % (len(vc) - 6): vc.il…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shown = pd.concat([top, other])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print(shown.round(2).to_string())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plt.subplots(figsize=(6.4, 2.6))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shown.plot(kind="barh", ax=ax, color="#1F6F6B")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ax.set_xlabel("% of sessions"); ax.set_title("TrafficType — 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2                   31.740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1                   19.880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3                   16.640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4                    8.670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13                   5.990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10                   3.650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 (14 levels)   13.440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L13-14 Visual storytelling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3 · FIGURE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Visualising non-numeric data with high cardinality</a:t>
            </a:r>
            <a:endParaRPr lang="en-US" sz="3000" dirty="0"/>
          </a:p>
        </p:txBody>
      </p:sp>
      <p:pic>
        <p:nvPicPr>
          <p:cNvPr id="4" name="Image 0" descr="/home/claude/manual/figs/L13_14_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the code on the previous slide.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L13-14 Visual storytelling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1 preparation — a finding-first figure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come from interpretation, not decoration. Title the chart with the finding and annotate the evidence directly on it.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L13-14 Visual storytelling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1 preparation — a finding-first figure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 = df.groupby(TARGET)["PageValues"].median()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plt.subplots(figsize=(6.6, 2.8))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sns.boxplot(data=df, x=TARGET, y="PageValues", ax=ax, showfli…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ax.set_title("Sessions reaching a valued page convert far mor…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ax.set_xlabel("session ended in a purchase"); ax.set_ylabel("…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ax.annotate(f"median {med[True]:.1f}", xy=(1, med[True]), xyt…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arrowprops=dict(arrowstyle="-&gt;", lw=.8), fontsize…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ax.annotate(f"median {med[False]:.1f}", xy=(0, med[False]), x…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arrowprops=dict(arrowstyle="-&gt;", lw=.8), fontsize…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print("Checklist: technique 30% | interpretation 35% | reprod…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Checklist: technique 30% | interpretation 35% | rep…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L13-14 Visual storytelling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4 · FIGURE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1 preparation — a finding-first figure</a:t>
            </a:r>
            <a:endParaRPr lang="en-US" sz="3000" dirty="0"/>
          </a:p>
        </p:txBody>
      </p:sp>
      <p:pic>
        <p:nvPicPr>
          <p:cNvPr id="4" name="Image 0" descr="/home/claude/manual/figs/L13_14_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the code on the previous slide.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L13-14 Visual storytelling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MARKING AND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to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Truncating a bar chart's y-axis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Truncating a bar chart's y-axis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pie chart to compare more than thr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pie chart to compare more than three categories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a legend to do work that direct an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a legend to do work that direct annotation would do better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 figure with no sentence stati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 figure with no sentence stating what it shows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L13-14 Visual storytelling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from this lecture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6190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of graphics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 mapping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multiples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axis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Perceptually uniform colour map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Data-ink ratio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able to define each of these without notes.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L13-14 Visual storytelling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 READ MORE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Readings for L13-14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Wilke — Fundamentals of Data Visualization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36-315 — Statistical Graphics and Visualization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tutorial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0352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0352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9" name="Text 7"/>
          <p:cNvSpPr/>
          <p:nvPr/>
        </p:nvSpPr>
        <p:spPr>
          <a:xfrm>
            <a:off x="4340352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https://clauswilke.com/dataviz/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https://cmu-36315.netlify.app/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https://seaborn.pydata.org/tutorial.html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13776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course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3776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8113776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DATA209_Module_2_Core_Advanced_EDA.pptx, pages 30–36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Laboratory: P13-14 (Assignment 1)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 PDF and Word document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notes booklet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L13-14 Visual storytelling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4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L13-14 — test yourself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be able to: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six layers of the grammar of graphics.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a truncated y-axis defensible?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63640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two categorical variables with six levels each. Which plot, and why?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'Figure 3: PageValues by Revenue' as a title that states the finding.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Vidyashilp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DATA209 Module 2 — L13-14 Visual storytelling</dc:title>
  <dc:subject>Advanced Exploratory Data Analysis</dc:subject>
  <dc:creator>Dr. Shital Bhatt</dc:creator>
  <cp:lastModifiedBy>Dr. Shital Bhatt</cp:lastModifiedBy>
  <cp:revision>1</cp:revision>
  <dcterms:created xsi:type="dcterms:W3CDTF">2026-07-30T10:03:29Z</dcterms:created>
  <dcterms:modified xsi:type="dcterms:W3CDTF">2026-07-30T10:03:29Z</dcterms:modified>
</cp:coreProperties>
</file>