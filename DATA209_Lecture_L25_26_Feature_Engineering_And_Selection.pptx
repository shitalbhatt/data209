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L25-26. Every code result on these slides was produced by running the code, not typed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 of 3.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2 of 3.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3 of 3. Walk through the reasoning before showing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 L25-26 · MODULE 4 · CO4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9747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and selection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8101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· Feature Engineering &amp; Structure — with worked examples on the Online Shoppers dataset (12,330 sessions × 18 columns).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74136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4136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pages 12–20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81344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1344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P25-26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88552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88552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worked, all executed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Advanced Exploratory Data Analysis · BTech Hons. (Data Science), Semester III · Vidyashilp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THIS LECTURE COVERS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construction; interaction and polynomial features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of dimensionality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selection: filter, wrapper, embedded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also 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code on real data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and common errors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readings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questions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session P25-26 puts these into practice.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L25-26 Feature engineering and selection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construction — every feature needs a rationale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is a question asked of every row. Build only what you can justify, then check whether it carries any association with the target.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L25-26 Feature engineering and selection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construction — every feature needs a rationale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 = df.copy()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fe["total_pages"]    = fe[["Administrative","Informational","…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fe["total_duration"] = fe[["Administrative_Duration","Informa…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"ProductRelated_Duration"]].sum(ax…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fe["avg_time_page"]  = (fe["total_duration"] / fe["total_page…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fe["product_focus"]  = (fe["ProductRelated"] / fe["total_page…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fe["has_page_value"] = (fe["PageValues"] &gt; 0).astype(int)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= ["total_pages","total_duration","avg_time_page","produc…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rationale = ["overall session depth", "overall time invested"…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"share of session on product pages", "reached a 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pd.DataFrame({"feature": new, "rationale": rationale,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"corr with target": fe[new].corrwith(fe[T…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print(out.round(3).to_string(index=False))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feature                         rationale  c…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total_pages             overall session depth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total_duration             overall time invested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avg_time_page              quality of attention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product_focus share of session on product pages  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has_page_value      reached a checkout-path page   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L25-26 Feature engineering and selection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 and polynomial terms explode quickly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expansion is the fastest route into the curse of dimensionality. Count the columns before you generate them.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L25-26 Feature engineering and selection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 and polynomial terms explode quickly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PolynomialFeatures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df[["ProductRelated", "PageValues", "ExitRates", "Boun…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 in [2, 3]: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pf = PolynomialFeatures(degree=d, include_bias=False).fit…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print(f"degree {d}: {base.shape[1]} columns -&gt; {len(pf.ge…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print("\non all 10 numeric columns, degree 2 gives:",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len(PolynomialFeatures(degree=2, include_bias=False)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.fit(df[num]).get_feature_names_out()), "columns")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print("\nA deliberate interaction beats an exhaustive one:")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 = df["PageValues"] * df["ProductRelated"]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  PageValues x ProductRelated, corr with target: 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f"{inter.corr(df[TARGET].astype(int)):.3f}")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degree 2: 4 columns -&gt; 14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degree 3: 4 columns -&gt; 34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all 10 numeric columns, degree 2 gives: 119 colu…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deliberate interaction beats an exhaustive one: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PageValues x ProductRelated, corr with target: 0.…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L25-26 Feature engineering and selection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6B4C7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Filter, wrapper and embedded selection — look for agreement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family asks a different question. A feature chosen by every method is trustworthy; one chosen by a single method deserves scrutiny.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L25-26 Feature engineering and selection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Filter, wrapper and embedded selection — look for agreement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065215" cy="3977640"/>
          </a:xfrm>
          <a:prstGeom prst="roundRect">
            <a:avLst>
              <a:gd name="adj" fmla="val 137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920240"/>
            <a:ext cx="5662879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sklearn.feature_selection import SelectKBest, f_classif,…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df[num], df[TARGET].astype(int)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Xtr, _, ytr, _ = train_test_split(X, y, test_size=.2, stratif…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 = StandardScaler().fit_transform(Xtr)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 = pd.DataFrame(index=X.columns)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sel["anova"] = SelectKBest(f_classif, k=K).fit(Xs, ytr).get_s…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sel["mutual_info"] = SelectKBest(mutual_info_classif, k=K).fi…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sel["rfe"] = RFE(LogisticRegression(max_iter=2000), n_feature…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RandomForestClassifier(n_estimators=150, random_state=RA…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sel["rf_top5"] = pd.Series(rf.feature_importances_, index=X.c…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sel["votes"] = sel.sum(axis=1)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print(sel.sort_values("votes", ascending=False).to_string())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943039" y="1783080"/>
            <a:ext cx="4651553" cy="3977640"/>
          </a:xfrm>
          <a:prstGeom prst="roundRect">
            <a:avLst>
              <a:gd name="adj" fmla="val 1379"/>
            </a:avLst>
          </a:prstGeom>
          <a:solidFill>
            <a:srgbClr val="EFE8F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4207" y="1883664"/>
            <a:ext cx="42492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44207" y="2139696"/>
            <a:ext cx="4249217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anova  mutual_info    rfe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ExitRates                 True         True   True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BounceRates               True         True   True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PageValues                True         True   True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            True        False   True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ProductRelated_Duration   True         True  False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Administrative_Duration  False         True  False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SpecialDay               False        False   True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Informational            False        False  False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Administrative           False        False  False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Informational_Duration   False        False  False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OperatingSystems         False        False  False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                 False        False  False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                   False        False  False …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TrafficType              False        False  False …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the real result of running this code on the course dataset.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L25-26 Feature engineering and selection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MARKING AND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to avoid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polynomial features exhaustivel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polynomial features exhaustively without counting them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features on the full dataset bef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features on the full dataset before splitting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a single selection method's ranki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a single selection method's ranking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FE8F2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37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features with no stated rationale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features with no stated rationale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L25-26 Feature engineering and selection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from this lecture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66190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construction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feature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feature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Binning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method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method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method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be able to define each of these without notes.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L25-26 Feature engineering and selection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B4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 READ MORE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Readings for L25-26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feature selection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Kuhn &amp; Johnson — Feature Engineering and Selection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Learn — Feature Engineering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0352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0352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9" name="Text 7"/>
          <p:cNvSpPr/>
          <p:nvPr/>
        </p:nvSpPr>
        <p:spPr>
          <a:xfrm>
            <a:off x="4340352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https://scikit-learn.org/stable/modules/feature_selection.html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http://www.feat.engineering/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https://www.kaggle.com/learn/feature-engineering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13776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3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course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3776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8113776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DATA209_Module_4_Feature_Engineering_and_Structure.pptx, pages 12–20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Laboratory: P25-26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notes PDF and Word document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notes booklet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4 — L25-26 Feature engineering and selection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E37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L25-26 — test yourself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now be able to: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three features you could derive from a single timestamp column.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a filter method miss a genuinely useful feature?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263640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40 features and 300 rows. Which selection family, and why?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feature selection sit inside cross-validation?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Vidyashilp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DATA209 Module 4 — L25-26 Feature engineering and selection</dc:title>
  <dc:subject>Advanced Exploratory Data Analysis</dc:subject>
  <dc:creator>Dr. Shital Bhatt</dc:creator>
  <cp:lastModifiedBy>Dr. Shital Bhatt</cp:lastModifiedBy>
  <cp:revision>1</cp:revision>
  <dcterms:created xsi:type="dcterms:W3CDTF">2026-07-30T10:03:29Z</dcterms:created>
  <dcterms:modified xsi:type="dcterms:W3CDTF">2026-07-30T10:03:29Z</dcterms:modified>
</cp:coreProperties>
</file>