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L5-6.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L5-6 · MODULE 1 · CO1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data and ethics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Statistical &amp; Data Foundations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31–37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P5-6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as a matrix; audio as a waveform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as a sequence of frames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 — introduction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bias and ethical concerns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P5-6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image is a matrix of numbers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image is an array, the same exploratory questions apply: what is the distribution, where are the extremes, was anything clipped at capture?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image is a matrix of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np.array(Image.open(IMAGE).convert("RGB"))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 = np.array(Image.fromarray(img).convert("L"))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print("shape :", img.shape, "-&gt; height x width x channels")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print("dtype :", img.dtype, "| range", img.min(), "to", img.m…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print("pixels:", f"{img.shape[0]*img.shape[1]:,} per channel")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print(f"clipped at 0: {(gray==0).mean()*100:.2f}%  at 255: {(…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3, figsize=(9.6, 2.5))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ax[0].imshow(img); ax[0].axis("off"); ax[0].set_title("Image")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ax[1].imshow(gray, cmap="gray"); ax[1].axis("off"); ax[1].set…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ax[2].hist(gray.ravel(), bins=64, color="#3B6E8F"); ax[2].set…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: (648, 1170, 3) -&gt; height x width x channels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 : uint8 | range 30 to 255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pixels: 758,160 per channel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clipped at 0: 0.00%  at 255: 83.32%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image is a matrix of numbers</a:t>
            </a:r>
            <a:endParaRPr lang="en-US" sz="3000" dirty="0"/>
          </a:p>
        </p:txBody>
      </p:sp>
      <p:pic>
        <p:nvPicPr>
          <p:cNvPr id="4" name="Image 0" descr="/home/claude/manual/figs/L5_6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is amplitude sampled over time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waveform is a 1-D array plus a sample rate. The standard library reads WAV files, so no extra package is needed to look at the signal.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is amplitude sampled over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wave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wave.open(AUDIO, "rb") as w: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ch, width, rate, n = w.getnchannels(), w.getsampwidth(),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 = w.readframes(n)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= np.frombuffer(raw, dtype={1: np.uint8, 2: np.int16, 4: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ch &gt; 1: sig = sig.reshape(-1, ch).mean(axis=1)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= sig / (np.abs(sig).max() or 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print(f"sample rate {rate:,} Hz | channels {ch} | duration {l…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print(f"peak amplitude {np.abs(sig).max():.3f} | RMS {np.sqrt…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2, figsize=(9.2, 2.4))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ax[0].plot(np.arange(len(sig))/rate, sig, lw=.4, color="#3B6E…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ax[0].set_title("Waveform"); ax[0].set_xlabel("seconds")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ax[1].hist(sig, bins=80, color="#3B6E8F"); ax[1].set_title("A…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rate 44,100 Hz | channels 2 | duration 5.94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amplitude 1.000 | RMS 0.391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is amplitude sampled over time</a:t>
            </a:r>
            <a:endParaRPr lang="en-US" sz="3000" dirty="0"/>
          </a:p>
        </p:txBody>
      </p:sp>
      <p:pic>
        <p:nvPicPr>
          <p:cNvPr id="4" name="Image 0" descr="/home/claude/manual/figs/L5_6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curse of dimensionality, demonstrated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assert that distance loses meaning in high dimensions, measure it. The ratio of nearest to farthest neighbour approaches 1 as dimensions grow.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curse of dimensionality, demonstrated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np.random.RandomState(RANDOM_STATE)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 in [2, 5, 10, 50, 200, 1000]: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rng.rand(500, 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np.sqrt(((X[0] - X[1:])**2).sum(axis=1))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rows.append({"dimensions": d, "nearest": dist.min(), "far…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"near/far ratio": dist.min()/dist.max()})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print(pd.DataFrame(rows).round(3).to_string(index=False))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print("\nAs the ratio approaches 1, 'nearest neighbour' stops…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print("Distance-based methods (k-NN, k-means) degrade first. 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dimensions  nearest  farthest  near/far ratio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2    0.024     1.040           0.023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5    0.125     1.418           0.088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10    0.618     2.199           0.281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50    2.035     3.398           0.599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200    5.020     6.237           0.805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1000   12.359    13.878           0.891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the ratio approaches 1, 'nearest neighbour' stop…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Distance-based methods (k-NN, k-means) degrade firs…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is visible in the data before any model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bias is measurable. If a group is thinly sampled, findings will not transfer to it — and the sample size, not the rate, is what tells you.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is visible in the data before any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grp = (df.groupby("VisitorType")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.agg(sessions=(TARGET, "size"), conversion_pct=(TARG…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grp["share_of_data_%"] = (grp["sessions"] / len(df) * 100).ro…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grp["reliable"] = grp["sessions"] &gt;= 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print(grp.round(2).to_string())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print("\n'Other' is a small group: its conversion estimate is…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print("Reporting it beside the large groups without the denom…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sessions  conversion_pct  share_…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VisitorType                                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New_Visitor            1694          24.910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                   85          18.820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Returning_Visitor     10551          13.930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'Other' is a small group: its conversion estimate i…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 it beside the large groups without the de…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image statistics without stating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image statistics without stating shape, dtype and value range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proxy variable as if it were th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proxy variable as if it were the quantity of interest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a model trained on one populati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a model trained on one population as generally applicable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ethics review to the end of 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ethics review to the end of the project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bias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bias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variable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bias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L5-6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 — images as NumPy arrays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 — Fundamentals of Data Visualization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Data 100 — course notes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https://scikit-image.org/docs/stable/user_guide/numpy_images.html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https://clauswilke.com/dataviz/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https://ds100.org/course-notes/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DATA209_Module_1_Statistical_and_Data_Foundations.pptx, pages 31–37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P5-6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L5-6 Unstructured data and ethics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4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L5-6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8-bit grayscale image has 12% of pixels at exactly 255. What happened, and can it be undone?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distance-based methods degrade first in high dimensions?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example of a proxy variable that could stand in for a protected attribute.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one claim you could not defend from the Pima dataset.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1 — L5-6 Unstructured data and ethics</dc:title>
  <dc:subject>Advanced Exploratory Data Analysis</dc:subject>
  <dc:creator>Dr. Shital Bhatt</dc:creator>
  <cp:lastModifiedBy>Dr. Shital Bhatt</cp:lastModifiedBy>
  <cp:revision>1</cp:revision>
  <dcterms:created xsi:type="dcterms:W3CDTF">2026-07-30T10:03:28Z</dcterms:created>
  <dcterms:modified xsi:type="dcterms:W3CDTF">2026-07-30T10:03:28Z</dcterms:modified>
</cp:coreProperties>
</file>