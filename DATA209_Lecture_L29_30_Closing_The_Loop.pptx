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L29-30.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L29-30 · MODULE 4 · CO4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Feature Engineering &amp; Structure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29–37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P29-30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refinement; train/test splitting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overview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leakage: concept and prevention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EDA into insight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P29-30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Splitting: stratify, and never touch the test set twice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comes before everything else. Stratifying keeps the base rate on both sides, which matters when the positive class is 15%.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Splitting: stratify, and never touch the test set twice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train_test_split, Stratif…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df.drop(columns=[TARGET]), df[TARGET].astype(int)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train_test_split(X, y, test_size=.2, str…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print(f"train {Xtr.shape}  test {Xte.shape}")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print(f"positive rate  full {y.mean()*100:.2f}%  train {ytr.m…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rnd = train_test_split(X, y, test_size=.2, random_state=1)[3]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print(f"\nunstratified split would give test {rnd.mean()*100:…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StratifiedKFold(n_splits=5, shuffle=True, random_state=R…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print("cross-validation:", cv)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(9864, 17)  test (2466, 17)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rate  full 15.47%  train 15.47%  test 15.4…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unstratified split would give test 14.23% positive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cross-validation: StratifiedKFold(n_splits=5, rando…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leakage, measured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before the split lets the training data see the test set's statistics. The effect is usually small and always dishonest — and it is the mistake that costs most marks.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leakage, measured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train_test_split, cross_v…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df[num], df[TARGET].astype(int)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StratifiedKFold(n_splits=5, shuffle=True, random_state=R…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leaked = StandardScaler().fit_transform(X)      # fitted on 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s_leak = cross_val_score(LogisticRegression(max_iter=2000), l…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Pipeline([("scale", StandardScaler()),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("model", LogisticRegression(max_iter=2000))…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s_ok = cross_val_score(pipe, X, y, cv=cv, scoring="roc_auc")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print(f"scaler fitted on all data (LEAKY): {s_leak.mean():.4f…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print(f"scaler inside the pipeline (OK)  : {s_ok.mean():.4f}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print("\nThe pipeline refits the scaler on each fold's traini…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fitted on all data (LEAKY): 0.8806 +/- 0.0178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inside the pipeline (OK)  : 0.8807 +/- 0.0178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pipeline refits the scaler on each fold's train…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evaluation, on a skewed target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rewards predicting the majority class. Report ROC-AUC and average precision, and read the per-class recall to see what the model actually misses.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evaluation, on a skewed target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(roc_auc_score, average_precision…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classification_report, confusion…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df[num], df[TARGET].astype(int)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train_test_split(X, y, test_size=.2, str…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Pipeline([("scale", StandardScaler()),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("model", RandomForestClassifier(n_estimator…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random_stat…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proba, pred = pipe.predict_proba(Xte)[:, 1], pipe.predict(Xte)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print(f"ROC-AUC           {roc_auc_score(yte, proba):.4f}")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print(f"Average precision {average_precision_score(yte, proba…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print(f"Naive accuracy of 'always no': {(1-yte.mean())*100:.2…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print(classification_report(yte, pred, target_names=["no purc…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print("confusion matrix\n", confusion_matrix(yte, pred))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ROC-AUC           0.8987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precision 0.6947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 accuracy of 'always no': 84.51%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precision    recall  f1-score   suppo…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purchase       0.91      0.97      0.94      20…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purchase       0.74      0.51      0.60       3…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accuracy                           0.90      24…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macro avg       0.83      0.74      0.77      24…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avg       0.89      0.90      0.89      24…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 matrix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[[2016   68]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[ 188  194]]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EDA into insight — the four-part close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structure is the deliverable: what the data is, what was wrong with it, what it shows, and what you cannot conclude.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EDA into insight — the four-part close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df.drop_duplicates()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skewed = [c for c in num if abs(df[c].skew()) &gt; 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print(f"""1 WHAT THE DATA 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{len(df):,} sessions x {df.shape[1]} columns | target {TAR…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frame: one retailer, months {sorted(df['Month'].unique())}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WHAT WAS WRONG WITH 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duplicates removed : {len(df)-len(clean):,}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explicit nulls     : {int(df.isna().sum().sum())}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strongly skewed    : {len(skewed)} of {len(num)} numeric c…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WHAT IT SHOWS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PageValues separates converting sessions more than any oth…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BounceRates and ExitRates are near-duplicates (r = {df['Bo…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conversion varies by month and by visitor type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WHAT COMES NEXT — and what it cannot support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hypotheses need a falsification condition and named confou…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 user id, so repeat visitors cannot be linked; no timest…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 promotional calendar is unobserved and confounds the s…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WHAT THE DATA IS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12,330 sessions x 18 columns | target Revenue at…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frame: one retailer, months ['Aug', 'Dec', 'Feb'…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WHAT WAS WRONG WITH IT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duplicates removed : 125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explicit nulls     : 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strongly skewed    : 13 of 14 numeric columns -&gt;…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WHAT IT SHOWS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PageValues separates converting sessions more th…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BounceRates and ExitRates are near-duplicates (r…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conversion varies by month and by visitor type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WHAT COMES NEXT — and what it cannot support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hypotheses need a falsification condition and na…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 user id, so repeat visitors cannot be linked;…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 promotional calendar is unobserved and confo…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any transformer before the split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any transformer before the split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accuracy on an imbalanced target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accuracy on an imbalanced target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on the test set more than once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on the test set more than once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or selecting features outside 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or selecting features outside the cross-validation loop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k-fold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split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leakage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L29-30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common pitfalls and data leakage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cross-validation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Data 100 — course notes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https://scikit-learn.org/stable/common_pitfalls.html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https://scikit-learn.org/stable/modules/cross_validation.html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https://ds100.org/course-notes/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DATA209_Module_4_Feature_Engineering_and_Structure.pptx, pages 29–37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P29-30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L29-30 Closing the loop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E3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L29-30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leakage paths and one fix for each.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random split wrong for a dataset with timestamps?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alone gives AUC 0.98. What is your first suspicion?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four-part structure of an EDA report.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4 — L29-30 Closing the loop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