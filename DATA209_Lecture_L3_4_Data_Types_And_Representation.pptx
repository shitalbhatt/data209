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L3-4.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L3-4 · MODULE 1 · CO1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and representation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Statistical &amp; Data Foundations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20–30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P3-4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Nominal, ordinal, interval and ratio scales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vs. continuous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vs. semi-structured vs. unstructured data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 basics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behaviour: trend and seasonality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P3-4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scale is not the same as dtype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columns are stored as integers but are nominal codes. Averaging them produces a number with no referent — the most common error in submitted work.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scale is not the same as dtype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codes = ["OperatingSystems", "Browser", "Region", "TrafficTyp…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print(pd.DataFrame({"dtype": df[codes].dtypes.astype(str),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"unique": df[codes].nunique(),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"min": df[codes].min(), "max": df[codes].…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"mean (meaningless)": df[codes].mean().ro…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print("\nFix: store them as categories so arithmetic is block…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dfc = df.copy()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codes: dfc[c] = dfc[c].astype("category")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print(dfc[codes].dtypes.astype(str).to_string())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dtype  unique  min  max  mean (me…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OperatingSystems  int64       8    1    8  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         int64      13    1   13  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    int64       9    1    9  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TrafficType       int64      20    1   20  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store them as categories so arithmetic is bloc…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OperatingSystems    category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           category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      category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TrafficType         category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 data needs a stated order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is ordinal. Left unordered, pandas sorts it alphabetically and the seasonal pattern disappears. The dtype choice changes what the plot can show.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 data needs a stated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= [m for m in ["Jan","Feb","Mar","Apr","May","June","Ju…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if m in df["Month"].unique()]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dfc = df.copy()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dfc["Month"] = pd.Categorical(dfc["Month"], categories=order,…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2, figsize=(9.2, 2.7))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df["Month"].value_counts().plot(kind="bar", ax=ax[0], color="…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ax[0].set_title("Unordered — sorted by frequency"); ax[0].set…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dfc["Month"].value_counts().sort_index().plot(kind="bar", ax=…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ax[1].set_title("Ordered Categorical — calendar order"); ax[1…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print("Same data, different dtype, different conclusion.")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data, different dtype, different conclusion.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 data needs a stated order</a:t>
            </a:r>
            <a:endParaRPr lang="en-US" sz="3000" dirty="0"/>
          </a:p>
        </p:txBody>
      </p:sp>
      <p:pic>
        <p:nvPicPr>
          <p:cNvPr id="4" name="Image 0" descr="/home/claude/manual/figs/L3_4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vs. semi-structured, and text as counts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has no tabular form until you choose a representation. Tokenising then counting turns language into something a frequency table can hold.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vs. semi-structured, and text as 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= set("the a an and or but of to in on for with at by fr…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pd.Series([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"checkout was fast and the website is easy to use",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"great discounts but delivery was slow and late",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 checkout page kept failing on mobile",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"fast delivery and excellent product quality"])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Counter(w for d in docs for w in re.findall(r"[a-z']…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if len(w) &gt; 2 and w not in STOP)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print("documents:", len(docs), "| vocabulary:", len(tokens))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print(pd.Series(tokens).sort_values(ascending=False).head(6).…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print("\nSemi-structured example — one JSON record flattened:…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print(pd.json_normalize({"id": 7, "user": {"type": "Returning…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"session": {"pages": 12}}).to_string…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documents: 4 | vocabulary: 17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   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       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   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       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    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       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Semi-structured example — one JSON record flattened: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user.type  user.region  session.pages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 Returning            3             12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behaviour: trend and seasonality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carries information. Aggregating the target by month exposes seasonality that no row-level summary can show — and warns that a random split would be invalid.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behaviour: trend and seasonality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= [m for m in ["Feb","Mar","May","June","Jul","Aug","Se…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if m in df["Month"].unique()]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= (df.assign(M=pd.Categorical(df["Month"], categories…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.groupby("M", observed=True)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.agg(sessions=(TARGET, "size"), conversion=(TARG…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monthly["conversion"] *= 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print(monthly.round(2).to_string())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print(f"\noverall conversion: {df[TARGET].mean()*100:.2f}% 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f"| range across months: {monthly['conversion'].min():.…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sessions  conversion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                       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Feb        184       1.630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      1907      10.070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      3364      10.850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June       288      10.070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       432      15.280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       433      17.550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       448      19.200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        549      20.950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       2998      25.350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      1727      12.510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conversion: 15.47%  | range across months: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an integer column that encodes 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an integer column that encodes a nominal category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month or size column unordered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month or size column unordered, so plots sort alphabetically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categories before trimming whites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categories before trimming whitespace and unifying case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time-ordered data randomly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time-ordered data randomly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data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L3-4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user guide — categorical data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user guide — time series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McKinney — Python for Data Analysis, 3rd ed.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 — Pandas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https://pandas.pydata.org/docs/user_guide/categorical.html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https://pandas.pydata.org/docs/user_guide/timeseries.html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https://wesmckinney.com/book/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https://www.kaggle.com/learn/pandas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DATA209_Module_1_Statistical_and_Data_Foundations.pptx, pages 20–30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P3-4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L3-4 Data types and representation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4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L3-4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codes are integers. What scale are they, and what may you compute?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mean of a five-point Likert scale contested?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variable that is discrete and ratio-scaled.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reason a random train/test split invalidates a time-series analysis.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1 — L3-4 Data types and representation</dc:title>
  <dc:subject>Advanced Exploratory Data Analysis</dc:subject>
  <dc:creator>Dr. Shital Bhatt</dc:creator>
  <cp:lastModifiedBy>Dr. Shital Bhatt</cp:lastModifiedBy>
  <cp:revision>1</cp:revision>
  <dcterms:created xsi:type="dcterms:W3CDTF">2026-07-30T10:03:28Z</dcterms:created>
  <dcterms:modified xsi:type="dcterms:W3CDTF">2026-07-30T10:03:28Z</dcterms:modified>
</cp:coreProperties>
</file>