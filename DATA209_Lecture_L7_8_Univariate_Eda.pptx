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L7-8.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L7-8 · MODULE 2 · CO2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EDA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Core Advanced EDA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3–10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P7-8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variables: boxplot, density, distribution comparison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variables: frequency tables, bar plots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skewness and anomalies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P7-8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univariate sweep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Centre, spread, shape and anomalies for every column, in one table. Write it once and reuse it in every project, including the final one.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univariate sweep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sweep(frame, cols):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cols: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frame[c].dropna()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q1, q3 = s.quantile([.25, .75]); iqr = q3 - q1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out.append({"column": c, "median": s.median(), "IQR":…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"kurtosis": s.kurtosis(), "zeros_%": (s =…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"iqr_out_%": (((s &lt; q1-1.5*iqr) | (s &gt; q3…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pd.DataFrame(out).set_index("column")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sweep(df, num)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print("\nstrongly skewed (|skew| &gt; 1):", t.index[t["skew"].ab…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median       IQR  skew  ku…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                                  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 1.000     4.000 1.960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  7.500    93.260 5.620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  0.000     0.000 4.040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Informational_Duration    0.000     0.000 7.580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18.000    31.000 4.340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598.940 1,280.020 7.260   1…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  0.000     0.020 2.950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 0.030     0.040 2.150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 0.000     0.000 6.380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SpecialDay                0.000     0.000 3.300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OperatingSystems          2.000     1.000 2.070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                 2.000     0.000 3.240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            3.000     3.000 0.980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TrafficType               2.000     2.000 1.960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strongly skewed (|skew| &gt; 1): ['Administrative', 'A…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views of one variable — each hides something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width changes the histogram's story; the KDE invents density beyond the data's limits; the boxplot conceals multimodality. This is the argument for using more than one.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views of one variable — each hides something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df["BounceRates"]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5, figsize=(12.6, 2.3))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sns.histplot(s, bins=40, ax=ax[0], color="#1F6F6B"); ax[0].se…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sns.histplot(s, bins=6,  ax=ax[1], color="#1F6F6B"); ax[1].se…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sns.kdeplot(s, ax=ax[2], fill=True, color="#1F6F6B"); ax[2].s…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sns.boxplot(x=s, ax=ax[3], color="#1F6F6B"); ax[3].set_title(…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sns.ecdfplot(s, ax=ax[4], color="#1F6F6B"); ax[4].set_title("…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in ax: a.set_xlabel(""); a.set_ylabel("")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print(f"BounceRates: {(s == 0).mean()*100:.1f}% of sessions 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print("At 6 bins that spike is invisible. The KDE puts densit…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BounceRates: 44.8% of sessions are exactly zero.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6 bins that spike is invisible. The KDE puts den…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views of one variable — each hides something</a:t>
            </a:r>
            <a:endParaRPr lang="en-US" sz="3000" dirty="0"/>
          </a:p>
        </p:txBody>
      </p:sp>
      <p:pic>
        <p:nvPicPr>
          <p:cNvPr id="4" name="Image 0" descr="/home/claude/manual/figs/L7_8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variables: frequency tables and imbalance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categorical variable the frequency table is the analysis. Cardinality and imbalance recorded here change the split and the metric in Module 4.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variables: frequency tables and imbalance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["VisitorType", "Weekend"]: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vc = df[c].value_counts()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 = pd.DataFrame({"count": vc, "share_%": (vc/len(df)*1…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print(f"--- {c}\n{tab.to_string()}\n")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print("target imbalance:", f"{df[TARGET].mean()*100:.1f}% pos…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print("-&gt; a model predicting 'no purchase' always would be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f"{(1-df[TARGET].mean())*100:.1f}% accurate. Accuracy i…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VisitorType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count  share_%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VisitorType                     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 10551   85.570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  1694   13.740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                85    0.690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Weekend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count  share_%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Weekend               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   9462   76.740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 2868   23.260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imbalance: 15.5% positive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a model predicting 'no purchase' always would be…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distributions across the target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univariate question becomes useful when asked separately per group: which variables actually separate converting sessions from the rest?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distributions across the target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["PageValues", "ProductRelated", "BounceRates", "ExitR…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 = df.groupby(TARGET)[cols].median().T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cmp.columns = ["no purchase", "purchase"]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print(cmp.round(3).to_string())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4, figsize=(11.5, 2.4))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a, c in zip(ax, cols):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sns.boxplot(data=df, x=TARGET, y=c, ax=a, showfliers=Fals…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 purchase  purchase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0.000    16.758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16.000    29.000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0.004     0.000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0.029     0.016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distributions across the target</a:t>
            </a:r>
            <a:endParaRPr lang="en-US" sz="3000" dirty="0"/>
          </a:p>
        </p:txBody>
      </p:sp>
      <p:pic>
        <p:nvPicPr>
          <p:cNvPr id="4" name="Image 0" descr="/home/claude/manual/figs/L7_8_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a single histogram without chec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a single histogram without checking a second bin width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KDE that extends past the physi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KDE that extends past the physical limits of the variable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boxplot alone on data that turns 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boxplot alone on data that turns out to be bimodal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record class imbalance during u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record class imbalance during univariate analysis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Non-graphical EDA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EDA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Anscombe's quartet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density estimate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ECDF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Zero-inflation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L7-8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— visualising distributions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NIST/SEMATECH — graphical techniques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Data 100 — EDA notes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https://seaborn.pydata.org/tutorial/distributions.html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https://www.itl.nist.gov/div898/handbook/eda/eda.htm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https://ds100.org/course-notes/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DATA209_Module_2_Core_Advanced_EDA.pptx, pages 3–10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P7-8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L7-8 Univariate EDA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L7-8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share a mean and standard deviation. Name two plots that would distinguish them.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variable's KDE shows density below zero. What went wrong?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spike at exactly zero worth more attention than a point in the far tail?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15% positive class, what accuracy does a model that never predicts positive achieve?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2 — L7-8 Univariate EDA</dc:title>
  <dc:subject>Advanced Exploratory Data Analysis</dc:subject>
  <dc:creator>Dr. Shital Bhatt</dc:creator>
  <cp:lastModifiedBy>Dr. Shital Bhatt</cp:lastModifiedBy>
  <cp:revision>1</cp:revision>
  <dcterms:created xsi:type="dcterms:W3CDTF">2026-07-30T10:03:28Z</dcterms:created>
  <dcterms:modified xsi:type="dcterms:W3CDTF">2026-07-30T10:03:28Z</dcterms:modified>
</cp:coreProperties>
</file>