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L19-20.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L19-20 · MODULE 3 · CO3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Data Quality Engineering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22–30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P19-20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and IQR methods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of outliers on modelling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outlier is an error and when it is the finding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P19-20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detection rules disagree — and that is informative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assumes a different shape. On a skewed column the IQR fence flags the tail by construction, which is a signal to transform rather than to delete.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detection rules disagree — and that is informative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iqr_flag(s, k=1.5):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q1, q3 = s.quantile([.25, .75]); i = q3 - q1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 &lt; q1 - k*i) | (s &gt; q3 + k*i)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z_flag(s, t=3.0):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 - s.mean()).abs() / s.std() &gt;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mad_flag(s, t=3.5):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 = s.median(); mad = (s - med).abs().median() or 1e-9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0.6745 * (s - med).abs() / mad &gt;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["Administrative_Duration", "ProductRelated", "Product…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"BounceRates", "ExitRates", "PageValues"]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print(pd.DataFrame({"IQR_%":  {c: iqr_flag(df[c]).mean()*100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"z_%":    {c: z_flag(df[c]).mean()*100 fo…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"modz_%": {c: mad_flag(df[c]).mean()*100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"skew":   {c: df[c].skew() for c in cols}…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IQR_%   z_%  modz_%  skew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 9.510 1.880  37.040 5.620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8.000 1.910   7.780 4.340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7.790 1.780   8.610 7.260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12.580 5.740  22.860 2.950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8.910 5.780  11.760 2.150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22.140 2.100  22.140 6.380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Masking — why the z-score rule hides the very points it looks for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z-score divides by a standard deviation that the outliers themselves inflate. With two extreme values present, neither exceeds three.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Masking — why the z-score rule hides the very points it looks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pd.Series(np.random.RandomState(0).normal(50, 5, 200))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huge value and one moderate one: the huge one inflates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z-score rule divides by, so the moderate one slips under th…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pd.concat([base, pd.Series([500.0, 80.0])], ignore_index=…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(s - s.mean()).abs() / s.std()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= s.median(); mad = (s - med).abs().median()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modz = 0.6745 * (s - med).abs() / mad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print(f"mean {s.mean():.1f} | std {s.std():.1f} | median {med…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print(f"{'value':&gt;7} {'z':&gt;7} {'flagged':&gt;8}   {'mod z':&gt;7} {…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 in [500.0, 80.0]: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s[s == v].index[0]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print(f"{v:7.1f} {z[i]:7.2f} {str(z[i] &gt; 3.0):&gt;8}   {modz…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print(f"\nz-score flags {int((z &gt; 3).sum())} point(s); modifi…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print("The value at 80 is MASKED: the point at 500 inflated 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print("the rule depends on. The MAD version is built on the m…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52.7 | std 32.1 | median 50.3 | MAD 3.86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z  flagged     mod z  flagged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500.0   13.93     True     78.52     True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80.0    0.85    False      5.18     True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z-score flags 1 point(s); modified z flags 2.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value at 80 is MASKED: the point at 500 inflate…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 depends on. The MAD version is built on th…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 on modelling — does the decision change the answer?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settles most outlier arguments is empirical. Recompute the headline statistic with and without the flagged rows and compare.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 on modelling — does the decision change the answer?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iqr_flag(s, k=1.5):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q1, q3 = s.quantile([.25, .75]); i = q3 - q1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 &lt; q1 - k*i) | (s &gt; q3 + k*i)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= np.zeros(len(df), dtype=bool)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["ProductRelated_Duration", "PageValues", "ExitRates…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 |= iqr_flag(df[c]).values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= ~flag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print(f"rows flagged: {flag.sum():,} ({flag.mean()*100:.1f}%)…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 rows":  {"corr(PageValues, target)": df["PageValues"…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"mean PRD": df["ProductRelated_Duration"].m…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"conversion_%": y.mean()*100},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"flags dropped": {"corr(PageValues, target)": df.loc[keep…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"mean PRD": df.loc[keep,"ProductRelated…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"conversion_%": y[keep].mean()*100}}).r…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print("\nDropping the flags moves the correlation materially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print("it is changing the dataset to suit the method. Transfo…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flagged: 4,302 (34.9%)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all rows  flags dropped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corr(PageValues, target)     0.493            NaN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PRD                 1,194.746        739.739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conversion_%                15.474          3.774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Dropping the flags moves the correlation materially…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is changing the dataset to suit the method. Tran…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flagged points without investigat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flagged points without investigating them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z-score rule on skewed or contam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z-score rule on skewed or contaminated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IQR flags on a skewed column as 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IQR flags on a skewed column as errors rather than as a transform signal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report how many rows were remov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report how many rows were removed and why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absolute deviation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fence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distance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Winsorising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L19-20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novelty and outlier detection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NIST/SEMATECH — outlier detection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— Feature Engineering and Selection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https://scikit-learn.org/stable/modules/outlier_detection.html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https://www.itl.nist.gov/div898/handbook/eda/eda.htm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http://www.feat.engineering/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DATA209_Module_3_Data_Quality_Engineering.pptx, pages 22–30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P19-20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L19-20 Outliers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L19-20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masking, and name the rule that avoids it.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fence flags 12% of a column. What should you suspect first?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case where the outliers are the object of study.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test decides whether an outlier decision matters?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3 — L19-20 Outliers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