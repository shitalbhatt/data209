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stating the business question, not the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DATA209 · ASSIGNMENT 1 · MODEL ANSWER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of the Customer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analysis of 28,332 Amazon product reviews — what customers write, when, and which reviews matter.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28,332 × 24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retail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+ dashboard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reviews should a retailer actually pay attention to?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carry a rating, a written justification, a timestamp and product metadata. Before any of it can be modelled it has to be understood. That is the work of this report.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science is used in e-commerce retail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Item-to-item collaborative filtering — the Amazon engine published by Linden et al., 2003.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customer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free-text reviews into product signals with NLP.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per SKU per week from time-series models.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Fake-review detection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and graph methods over reviewer behaviour.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WRITTEN BEFORE LOOKING AT THE DATA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research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How are ratings distributed?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Do some categories earn better ratings?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Do longer reviews accompany lower ratings?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Does volume or rating drift over time?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Does 'would recommend' add anything beyond the star rating?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Do reviews fall into describable groups?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203704"/>
          </a:xfrm>
          <a:prstGeom prst="roundRect">
            <a:avLst>
              <a:gd name="adj" fmla="val 2490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checks, stated in advance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rating 4.0–4.8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rate rises with stars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counts highly unequal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first, then analysis — so the work is directed rather than opportunistic.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QUALITY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columns are effectively empty</a:t>
            </a:r>
            <a:endParaRPr lang="en-US" sz="3000" dirty="0"/>
          </a:p>
        </p:txBody>
      </p:sp>
      <p:pic>
        <p:nvPicPr>
          <p:cNvPr id="4" name="Image 0" descr="/home/claude/casestudy/figs/fig01_missingn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missing values per column. Two columns are effectively empty and two more are missing for roughly 43% of reviews, which restricts what those fields can be used to claim.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QUALITY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handful of products dominate</a:t>
            </a:r>
            <a:endParaRPr lang="en-US" sz="3000" dirty="0"/>
          </a:p>
        </p:txBody>
      </p:sp>
      <p:pic>
        <p:nvPicPr>
          <p:cNvPr id="4" name="Image 0" descr="/home/claude/casestudy/figs/fig02_concentr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share of reviews by product, ranked. A small number of products account for most reviews, so any dataset-wide average is dominated by a handful of items.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QUALITY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problems that changed what we can claim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5358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reviews.didPurchase empty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99.97%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 — verified-purchase analysis impossible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doRecommend / numHelpful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~43%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Analysed on the observed subset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 on user + text +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concentrated in one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month dominates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— time trends unreliable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9788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2% of rows removed in total, each step logged with its justification.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statistics, and which to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27664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1062532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n    mean  median   mode     range   variance  std_dev     IQR   skew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                                                                                   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 (1-5)           28221   4.520   5.000  5.000     4.000      0.870    0.930   1.000 -2.350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length (chars)  28221 136.410  87.000 50.000 8,350.000 38,711.040  196.750 107.000 15.250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length (words)  28221  25.740  17.000  2.000 1,538.000  1,333.940   36.520  21.000 14.700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helpful votes          16071   0.470   0.000  0.000   621.000     62.810    7.930   0.000 50.690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is left-skewed (mean 4.52, median 5); length is right-skewed with skew 15. Report median and IQR for both.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of the two headline variables</a:t>
            </a:r>
            <a:endParaRPr lang="en-US" sz="3000" dirty="0"/>
          </a:p>
        </p:txBody>
      </p:sp>
      <p:pic>
        <p:nvPicPr>
          <p:cNvPr id="4" name="Image 0" descr="/home/claude/casestudy/figs/fig03_distribu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 and review-length distribution. Ratings are heavily concentrated at 5 stars (left); review length is strongly right-skewed with a long tail of very long reviews (centre), which a log transform largely corrects (right).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Categorical: volume and rating by category</a:t>
            </a:r>
            <a:endParaRPr lang="en-US" sz="3000" dirty="0"/>
          </a:p>
        </p:txBody>
      </p:sp>
      <p:pic>
        <p:nvPicPr>
          <p:cNvPr id="4" name="Image 0" descr="/home/claude/casestudy/figs/fig04_categoric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volume and average rating by product category. Volume is extremely concentrated in two categories (left); average rating varies by roughly half a star across categories (right), and the categories with fewest reviews have the least reliable averages.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Text: what separates 1-star from 5-star</a:t>
            </a:r>
            <a:endParaRPr lang="en-US" sz="3000" dirty="0"/>
          </a:p>
        </p:txBody>
      </p:sp>
      <p:pic>
        <p:nvPicPr>
          <p:cNvPr id="4" name="Image 0" descr="/home/claude/casestudy/figs/fig05_tex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words in 1-2 star versus 5 star reviews, after stop-word removal. Negative reviews are dominated by product-failure and returns vocabulary; positive reviews by price and gifting vocabulary.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series: volume and rating by month</a:t>
            </a:r>
            <a:endParaRPr lang="en-US" sz="3000" dirty="0"/>
          </a:p>
        </p:txBody>
      </p:sp>
      <p:pic>
        <p:nvPicPr>
          <p:cNvPr id="4" name="Image 0" descr="/home/claude/casestudy/figs/fig06_timeser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review volume and monthly mean rating. Volume is dominated by a single collection spike; mean rating is broadly stable, so the spike reflects how the data was gathered rather than a change in customer sentiment.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Bar, histogram and scatter — each answers a different question</a:t>
            </a:r>
            <a:endParaRPr lang="en-US" sz="3000" dirty="0"/>
          </a:p>
        </p:txBody>
      </p:sp>
      <p:pic>
        <p:nvPicPr>
          <p:cNvPr id="4" name="Image 0" descr="/home/claude/casestudy/figs/fig07_three_plo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chart, histogram and scatterplot on the same dataset. The bar chart compares categories, the histogram shows the shape of one variable, and the scatterplot tests a relationship between two — here showing that long reviews are not concentrated at low ratings.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rank correlation of −0.06 said 'no relationship'. It was wrong.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by rating shows median review length falling at every step: 26 words at 1 star down to 15 at 5. Dissatisfied customers write about 1.7× as much as satisfied ones.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KEY FINDING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falls, and helpfulness rises, as rating drops</a:t>
            </a:r>
            <a:endParaRPr lang="en-US" sz="3000" dirty="0"/>
          </a:p>
        </p:txBody>
      </p:sp>
      <p:pic>
        <p:nvPicPr>
          <p:cNvPr id="4" name="Image 0" descr="/home/claude/casestudy/figs/fig08_multivari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length and helpful votes by star rating. Median length falls steadily as the rating rises — dissatisfied customers write substantially more — and 1-star reviews attract by far the most helpful votes.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 — and a redundant pair</a:t>
            </a:r>
            <a:endParaRPr lang="en-US" sz="3000" dirty="0"/>
          </a:p>
        </p:txBody>
      </p:sp>
      <p:pic>
        <p:nvPicPr>
          <p:cNvPr id="4" name="Image 0" descr="/home/claude/casestudy/figs/fig09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correlation between the numeric and ordinal variables. All associations are weak; the strongest is between the two length measures, which are near-duplicates of each other by construction.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groups, once the skewed features are transformed</a:t>
            </a:r>
            <a:endParaRPr lang="en-US" sz="3000" dirty="0"/>
          </a:p>
        </p:txBody>
      </p:sp>
      <p:pic>
        <p:nvPicPr>
          <p:cNvPr id="4" name="Image 0" descr="/home/claude/casestudy/figs/fig10_clust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clusters of reviews projected onto the first two principal components, with the silhouette score for each candidate k. Three well-separated groups emerge — critical detail, engaged middle, and brief praise — once the heavily skewed helpful-vote and length features are log-transformed.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the groups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8081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praise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96875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rating 4.78, median 16 words, almost no helpful votes. The silent satisfied majority.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0352" y="1783080"/>
            <a:ext cx="348081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8096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1" name="Text 9"/>
          <p:cNvSpPr/>
          <p:nvPr/>
        </p:nvSpPr>
        <p:spPr>
          <a:xfrm>
            <a:off x="4578096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90160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detail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6384" y="2532888"/>
            <a:ext cx="296875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rating 2.08, median 23 words. The richest written product feedback.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3776" y="1783080"/>
            <a:ext cx="348081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1520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6" name="Text 14"/>
          <p:cNvSpPr/>
          <p:nvPr/>
        </p:nvSpPr>
        <p:spPr>
          <a:xfrm>
            <a:off x="8351520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3584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middle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9808" y="2532888"/>
            <a:ext cx="296875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rating 4.46, median 48 words, ~11 helpful votes each. The reviews others actually read.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Visualising non-numeric data</a:t>
            </a:r>
            <a:endParaRPr lang="en-US" sz="3000" dirty="0"/>
          </a:p>
        </p:txBody>
      </p:sp>
      <p:pic>
        <p:nvPicPr>
          <p:cNvPr id="4" name="Image 0" descr="/home/claude/casestudy/figs/fig11_nonnumer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show non-numeric data: a stacked bar of rating composition by category, a mosaic-style view of category share, and recommendation rate by cluster. None of these variables is numeric, yet all three comparisons are quantitative.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CEO dashboard — six monthly indicators</a:t>
            </a:r>
            <a:endParaRPr lang="en-US" sz="3000" dirty="0"/>
          </a:p>
        </p:txBody>
      </p:sp>
      <p:pic>
        <p:nvPicPr>
          <p:cNvPr id="4" name="Image 0" descr="/home/claude/casestudy/figs/fig12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dashboard: the six indicators a CEO would review monthly — review volume, mean rating trend, rating mix, category performance, recommendation rate and review type mix. Designed to be regenerated each month from the same code.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Answers, with honest confidence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760720"/>
                <a:gridCol w="34381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E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Ratings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Left-skewed; 86% are 4–5 stars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Categories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but small — about half a star across categories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Length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Confirmed: falls at every rating step, 26 → 15 words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dominated by one collection spike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sampling not uniform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Q5 Recommend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 rating closely; adds little, 43%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Q6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describable groups, silhouette 0.55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surprised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coefficient hid a large effect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reviews sit at 4–5 stars, so the whole-sample rho was swamped. Always plot the pair.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 are the most read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1-star reviews attract by far the most helpful votes. Readers seek warnings.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before you cluster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helpful-vote counts (skew 67) made k-means spend a cluster on six viral reviews.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flag adds nothing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Monotone in rating and 43% missing — a dashboard could drop it.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Assignment 1 — case study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4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dataset cannot support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claims — price and product mix are unobserved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claims — collection is not uniform in time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claims — reviewers who chose to write, 65 products, one retailer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Verified-purchase claims — the field exists but is empty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add price and units sold; topic-model the 1–2 star reviews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obtain reviewer IDs to test whether a few prolific reviewers drive the averages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2 — Assignment 1 — case study</dc:title>
  <dc:subject>Advanced Exploratory Data Analysis</dc:subject>
  <dc:creator>Dr. Shital Bhatt</dc:creator>
  <cp:lastModifiedBy>Dr. Shital Bhatt</cp:lastModifiedBy>
  <cp:revision>1</cp:revision>
  <dcterms:created xsi:type="dcterms:W3CDTF">2026-07-31T04:06:34Z</dcterms:created>
  <dcterms:modified xsi:type="dcterms:W3CDTF">2026-07-31T04:06:34Z</dcterms:modified>
</cp:coreProperties>
</file>