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L11-12.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L11-12 · MODULE 2 · CO2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Multivariate structure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Core Advanced EDA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21–29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P11-12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and the variance inflation factor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groups in data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for structure discovery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clusters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P11-12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multicollinearity with VIF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answers: how much of this column is reconstructable from the others? It is computed here from the inverse correlation matrix, so no extra package is required.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multicollinearity with VIF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vif(frame):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frame.corr().values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pd.Series(np.diag(np.linalg.pinv(c)), index=frame.…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name="VIF").sort_values(ascending=False)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vif(df[num]).to_frame()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v["verdict"] = pd.cut(v["VIF"], [0, 5, 10, np.inf],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labels=["ok", "investigate", "severe"])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print(v.round(2).to_string())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print(f"\nBounceRates vs ExitRates correlate at r =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f"{df['BounceRates'].corr(df['ExitRates']):.3f} — they 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VIF      verdict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6.940  investigate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6.350  investigate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4.390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4.330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1.940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           1.830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Administrative_Duration 1.690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Informational_Duration  1.680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OperatingSystems        1.090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                1.070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TrafficType             1.050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1.050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SpecialDay              1.020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                 1.020           ok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vs ExitRates correlate at r = 0.913 — t…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for structure discovery — scale first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minimises Euclidean distance, so an unscaled column with a large range decides the clusters by itself. Compare the ranges before and after standardising.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for structure discovery — scale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["Administrative","Informational","ProductRelated","Pr…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"BounceRates","ExitRates","PageValues"]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print("raw ranges — why scaling is not optional")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print(df[cols].agg(["min","max","std"]).T.round(2).to_string(…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StandardScaler().fit_transform(df[cols])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range(2, 7):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 = KMeans(n_clusters=k, n_init=10, random_state=RANDOM…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print(f"k={k}  silhouette={silhouette_score(X, lab, sampl…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ranges — why scaling is not optional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min        max       std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0.000     27.000     3.320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           0.000     24.000     1.270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0.000    705.000    44.480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0.000 63,973.520 1,913.670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0.000      0.200     0.050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0.000      0.200     0.050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0.000    361.760    18.570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k=2  silhouette=0.507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k=3  silhouette=0.504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k=4  silhouette=0.492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k=5  silhouette=0.429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k=6  silhouette=0.386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clusters — profile them or drop them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is only real if you can describe it in a sentence. Profile every cluster against the overall medians, then name it in domain language.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clusters — profile them or drop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["Administrative","Informational","ProductRelated","Pr…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"BounceRates","ExitRates","PageValues"]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StandardScaler().fit_transform(df[cols])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= KMeans(n_clusters=3, n_init=10, random_state=RANDOM_STA…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 = df[cols].groupby(lab).median()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prof["sessions"] = pd.Series(lab).value_counts().sort_index()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prof["share_%"] = (prof["sessions"] / len(df) * 100).round(1)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prof["conversion_%"] = (df[TARGET].groupby(lab).mean() * 100)…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print(prof.T.round(2).to_string())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print(f"\noverall conversion {df[TARGET].mean()*100:.2f}% — c…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0         1     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    1.000     0.000     7.0…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               0.000     0.000     2.0…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   17.000     1.000    91.5…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  558.440     0.000 3,434.1…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    0.000     0.200     0.0…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    0.020     0.200     0.0…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    0.000     0.000     1.9…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                9,772.000 1,034.000 1,524.0…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share_%                    79.300     8.400    12.4…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conversion_%               14.980     0.580    28.7…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conversion 15.47% — compare each cluster ag…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structure real? Check stability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that changes with the random seed was never there. Report the silhouette honestly; a weak result, well established, is a legitimate finding.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structure real? Check stability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["Administrative","Informational","ProductRelated","Pr…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"BounceRates","ExitRates","PageValues"]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StandardScaler().fit_transform(df[cols])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seed in [0, 7, 42, 123]: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 = KMeans(n_clusters=3, n_init=10, random_state=seed).…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rows.append({"seed": seed,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"silhouette": silhouette_score(X, lab, sampl…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"largest_cluster_%": round(pd.Series(lab).va…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print(pd.DataFrame(rows).round(3).to_string(index=False))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seed  silhouette  largest_cluster_%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0       0.504             79.300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7       0.504             79.300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42       0.504             79.300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123       0.504             79.300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k-means on unscaled features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k-means on unscaled features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clusters without profiling or na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clusters without profiling or naming them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 from the elbow alone without a 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 from the elbow alone without a silhouette check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weak clustering as clean market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weak clustering as clean market segments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Simpson's paradox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inflation factor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L11-12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clustering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— variance inflation factor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Hastie et al. — Elements of Statistical Learning, Ch. 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https://scikit-learn.org/stable/modules/clustering.html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https://www.statsmodels.org/stable/generated/statsmodels.stats.outliers_influence.variance_inflation_factor.html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https://hastie.su.domains/ElemStatLearn/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DATA209_Module_2_Core_Advanced_EDA.pptx, pages 21–29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P11-12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L11-12 Multivariate structure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4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L11-12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predictor has VIF 14. Name three possible responses.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multicollinearity leave predictive accuracy intact while ruining interpretation?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silhouette is 0.19 at every k you tried. What do you report?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concrete example of Simpson's paradox.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2 — L11-12 Multivariate structure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